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7BDA5C-DF43-427A-BEB4-D4DC19315466}" v="12" dt="2026-04-14T09:48:51.9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40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5467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8225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23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418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9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579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319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156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30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449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82527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084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Sales &amp; Profit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Superstore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•</a:t>
            </a:r>
            <a:r>
              <a:rPr dirty="0"/>
              <a:t> Designed using Power BI</a:t>
            </a:r>
          </a:p>
          <a:p>
            <a:pPr marL="0" indent="0">
              <a:buNone/>
            </a:pPr>
            <a:r>
              <a:rPr dirty="0"/>
              <a:t>• Focus on Sales and Profit performance</a:t>
            </a:r>
          </a:p>
          <a:p>
            <a:pPr marL="0" indent="0">
              <a:buNone/>
            </a:pPr>
            <a:r>
              <a:rPr dirty="0"/>
              <a:t>• Includes KPIs, trends, and category analysis</a:t>
            </a:r>
          </a:p>
          <a:p>
            <a:pPr marL="0" indent="0">
              <a:buNone/>
            </a:pPr>
            <a:r>
              <a:rPr dirty="0"/>
              <a:t>• Interactive filters for better insights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Sales: 2.30M</a:t>
            </a:r>
          </a:p>
          <a:p>
            <a:pPr marL="0" indent="0">
              <a:buNone/>
            </a:pPr>
            <a:r>
              <a:rPr dirty="0"/>
              <a:t>• Total Profit: 286K</a:t>
            </a:r>
          </a:p>
          <a:p>
            <a:pPr marL="0" indent="0">
              <a:buNone/>
            </a:pPr>
            <a:r>
              <a:rPr dirty="0"/>
              <a:t>• Total Orders: Count of Orders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Sales Trend over Time</a:t>
            </a:r>
          </a:p>
          <a:p>
            <a:pPr marL="0" indent="0">
              <a:buNone/>
            </a:pPr>
            <a:r>
              <a:rPr dirty="0"/>
              <a:t>• Sales by Category</a:t>
            </a:r>
          </a:p>
          <a:p>
            <a:pPr marL="0" indent="0">
              <a:buNone/>
            </a:pPr>
            <a:r>
              <a:rPr dirty="0"/>
              <a:t>• Profit by Region</a:t>
            </a:r>
          </a:p>
          <a:p>
            <a:pPr marL="0" indent="0">
              <a:buNone/>
            </a:pPr>
            <a:r>
              <a:rPr dirty="0"/>
              <a:t>• Sales vs Profit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West region generates highest profit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• Technology category has highest sales</a:t>
            </a:r>
          </a:p>
          <a:p>
            <a:pPr marL="0" indent="0">
              <a:buNone/>
            </a:pPr>
            <a:r>
              <a:rPr dirty="0"/>
              <a:t>• Furniture has low profitability</a:t>
            </a:r>
          </a:p>
          <a:p>
            <a:pPr marL="0" indent="0">
              <a:buNone/>
            </a:pPr>
            <a:r>
              <a:rPr dirty="0"/>
              <a:t>• Sales show variation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Dashboard helps in business decision making</a:t>
            </a:r>
          </a:p>
          <a:p>
            <a:pPr marL="0" indent="0">
              <a:buNone/>
            </a:pPr>
            <a:r>
              <a:rPr dirty="0"/>
              <a:t>• Identifies high-performing regions and categories</a:t>
            </a:r>
          </a:p>
          <a:p>
            <a:pPr marL="0" indent="0">
              <a:buNone/>
            </a:pPr>
            <a:r>
              <a:rPr dirty="0"/>
              <a:t>• Supports data-driven 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B06DD50-827A-86D9-204A-F4647CDA075C}"/>
              </a:ext>
            </a:extLst>
          </p:cNvPr>
          <p:cNvSpPr/>
          <p:nvPr/>
        </p:nvSpPr>
        <p:spPr>
          <a:xfrm>
            <a:off x="2440134" y="2044005"/>
            <a:ext cx="426373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THANK YOU!</a:t>
            </a:r>
            <a:endParaRPr lang="en-GB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73421237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31</TotalTime>
  <Words>121</Words>
  <Application>Microsoft Office PowerPoint</Application>
  <PresentationFormat>On-screen Show (4:3)</PresentationFormat>
  <Paragraphs>26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Gill Sans MT</vt:lpstr>
      <vt:lpstr>Gallery</vt:lpstr>
      <vt:lpstr>Sales &amp; Profit Dashboard</vt:lpstr>
      <vt:lpstr>Dashboard Overview</vt:lpstr>
      <vt:lpstr>Key Performance Indicators</vt:lpstr>
      <vt:lpstr>Visual Analysis</vt:lpstr>
      <vt:lpstr>Key Insights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Anuradha Thorat</cp:lastModifiedBy>
  <cp:revision>2</cp:revision>
  <dcterms:created xsi:type="dcterms:W3CDTF">2013-01-27T09:14:16Z</dcterms:created>
  <dcterms:modified xsi:type="dcterms:W3CDTF">2026-04-14T09:49:22Z</dcterms:modified>
  <cp:category/>
</cp:coreProperties>
</file>